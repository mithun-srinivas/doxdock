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56716-A1BF-E443-E644-AE38F15D21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CB41E-0C55-332C-7FE4-C5DA679347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13DF9-0AA9-3586-72D4-6514FDA6D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1A17C-E74D-49DB-BF8F-DA1CDC1271A5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6F050-0654-A1F7-DEBC-81395E82A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360B3-C1A4-7206-6DD4-6E652DE87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DAD1-26ED-4AF1-92D7-E9941B29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065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508AC-FF69-5583-D196-22F9294D3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5F971-445D-F436-543C-44EC60136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64FCC-CEAA-49F4-8B6C-7A518C9A4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1A17C-E74D-49DB-BF8F-DA1CDC1271A5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FA6FD-5473-8340-C73E-1DADD52E1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57067-109F-FE26-32AA-AAAE24786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DAD1-26ED-4AF1-92D7-E9941B29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1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B4771-B2FF-2810-245C-936744A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FCE40-6A52-E0C0-A90A-802358B7A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BFCE0-4487-291A-EFF6-11E1F9C3E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1A17C-E74D-49DB-BF8F-DA1CDC1271A5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4B09B-7909-DEFD-51F8-AC625592A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54A7D-0C77-495C-98BB-A0A5BD87B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DAD1-26ED-4AF1-92D7-E9941B29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566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DF126-14D3-D4AD-BD73-7F24C92FE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BF376-FAF7-C8D5-9C32-8E9CDD723E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EECE3F-A1A6-FFEE-A79D-09ECA1B267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6A62D9-979D-2B20-60C7-FD5FA5D92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1A17C-E74D-49DB-BF8F-DA1CDC1271A5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E7649-489C-17DB-B1C4-E13A33522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6207B-3133-9D63-B8E9-09084760B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DAD1-26ED-4AF1-92D7-E9941B29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723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FC4B0-A741-AFC3-7F43-F408BAD09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9AC6A-CE17-3E33-7ABF-7C67231BE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17399C-33A8-F27C-0E75-5C527C612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8BFBA6-82FF-903B-407E-2A862A76A5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3DB121-61B5-033F-6D37-5A12966288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9C6925-4017-F170-E3A7-CEDD97284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1A17C-E74D-49DB-BF8F-DA1CDC1271A5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DF3480-76A6-9935-B54A-AD13B651E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C2DE1E-C6B5-6800-2A1D-617DCA449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DAD1-26ED-4AF1-92D7-E9941B29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37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AF2B3-2097-B594-6BE4-60F926B13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C9435A-A9BE-C55E-BE6A-E0560D17B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1A17C-E74D-49DB-BF8F-DA1CDC1271A5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44E816-D6AE-6D6A-98C3-4AC5C679B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547483-EAE4-C55A-7E28-0626563B4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DAD1-26ED-4AF1-92D7-E9941B29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115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3D5EF1-B224-8171-074A-AC37C03BE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1A17C-E74D-49DB-BF8F-DA1CDC1271A5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690392-8F31-DF72-0819-194EE63E4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86200-9135-3A8A-8F03-22AE080FF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DAD1-26ED-4AF1-92D7-E9941B29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584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62D9A-09A4-D6B3-9939-D874352BF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CA767-EF95-04DD-410B-E9ABEBE10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6F496-C4B9-E9C2-24D7-5CABE1A6C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BA8FB-664D-741B-3ED7-5565F90D6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1A17C-E74D-49DB-BF8F-DA1CDC1271A5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59A8CD-293E-E183-00C7-10FCB8155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8329E-A793-596E-111F-41DD89078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DAD1-26ED-4AF1-92D7-E9941B29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766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724B3-DA9F-C5E9-4B14-E4165EED3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9807BD-4DEE-684A-9011-7715255EA7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30F648-62CB-924F-FF8F-DD119DB87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39D8BB-B601-DFA7-580D-771627742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1A17C-E74D-49DB-BF8F-DA1CDC1271A5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4D86DF-B4BE-1C2A-118F-21C01A51A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F09145-2E02-9409-8309-B755A402C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DAD1-26ED-4AF1-92D7-E9941B29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180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D33F5-B858-5AAD-0030-27EACD41C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B45392-9B1C-05D6-F86F-22A5FB586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8620E-8E29-FBE8-BCB4-D24D6A410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1A17C-E74D-49DB-BF8F-DA1CDC1271A5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64510-CF63-A71D-1475-0F0DE4DA1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90BFD-6C35-C36F-8EF1-934C0433B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DAD1-26ED-4AF1-92D7-E9941B29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053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8C4512-ADE3-D9E7-33F8-0A4CE0FF6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BF0E3C-E17A-7ACB-4837-E1A1F5BCE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442A4-1E1F-E27A-7292-EE358A7B3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1A17C-E74D-49DB-BF8F-DA1CDC1271A5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BC7BD-13D3-299C-D64D-72575DC8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FF8FB-E892-604E-788D-05D7E40EE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DAD1-26ED-4AF1-92D7-E9941B29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062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5768EF-8CB4-2903-8B3A-280218B19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6DE278-07A9-9550-87FB-A0DDD323C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BA1E0-B01E-8CB4-679D-774CBACE7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61A17C-E74D-49DB-BF8F-DA1CDC1271A5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6CB93-4BB1-4BBA-4824-0A845A399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DD1E3-CBB2-E50C-BA5A-29B529A076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0DAD1-26ED-4AF1-92D7-E9941B29E5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76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6F170-3979-48D6-ECBC-DEEBB9AC1A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955" y="636608"/>
            <a:ext cx="9144000" cy="1229750"/>
          </a:xfrm>
        </p:spPr>
        <p:txBody>
          <a:bodyPr/>
          <a:lstStyle/>
          <a:p>
            <a:r>
              <a:rPr lang="en-IN" dirty="0"/>
              <a:t>Hello </a:t>
            </a:r>
            <a:r>
              <a:rPr lang="en-IN" dirty="0" err="1"/>
              <a:t>DoxDock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36CA66-AF2C-45AD-8013-944A64EC2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337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1D398-4626-7DC0-34E1-C96698409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Offline PPTX to PDF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A453A3-0CE4-76CD-A0B3-D605614011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8883" y="1515801"/>
            <a:ext cx="3826397" cy="3826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059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Hello DoxDock</vt:lpstr>
      <vt:lpstr>Offline PPTX to PDF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Pawan Kumar G</dc:creator>
  <cp:lastModifiedBy>Pawan Kumar G</cp:lastModifiedBy>
  <cp:revision>1</cp:revision>
  <dcterms:created xsi:type="dcterms:W3CDTF">2026-08-29T03:59:52Z</dcterms:created>
  <dcterms:modified xsi:type="dcterms:W3CDTF">2026-08-29T03:59:52Z</dcterms:modified>
</cp:coreProperties>
</file>